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CA0F7-7AB7-125D-79CC-93ED1ADAF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1577AA-28FF-CF1E-5073-A36199B565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3AE1C-7DCB-A895-9F3E-88B3D11A6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ED4F2-8617-4728-B33C-C6373E577E9B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CFE61-E766-AED3-8BCD-975196DB4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70459-0AB3-F59B-4B98-2A517F386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E3372-CF31-4AA5-BAB2-F90E6FE92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372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64C42-CD62-571D-5E4B-222F0DA55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C91B4-E27F-3EEE-BC92-EC219F311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E1D6E-D26E-2BD2-3D32-A5485F56F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ED4F2-8617-4728-B33C-C6373E577E9B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EFDBA-74B8-F752-0039-C31670907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1A4D8-9B5D-74A4-A462-908D045DD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E3372-CF31-4AA5-BAB2-F90E6FE92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463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B6D54-F469-B686-3030-AC17D3DF2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8C241-5BAB-1C55-C67B-719FC65BA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064CC-B8F1-546F-89A5-46AF835D2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ED4F2-8617-4728-B33C-C6373E577E9B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125A6-05E0-0021-B3DB-A6BDC7F2B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7EA2A-C0C1-A477-025B-C960F972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E3372-CF31-4AA5-BAB2-F90E6FE92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90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D796C-10BF-0371-5289-1D31786F5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6609B-7FD6-FEC8-40F7-FFEA215DD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8F240B-E037-FCE3-C792-DE4812721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BC8969-DFCB-3084-46DC-99F81AB36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ED4F2-8617-4728-B33C-C6373E577E9B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EAFCCD-0A29-81BB-FF1A-98F16EBF2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D5294-BE04-DEAF-A6A6-510E97CFB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E3372-CF31-4AA5-BAB2-F90E6FE92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265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E5682-15D2-1FA6-6963-DA87D72A2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1E7DB-EF4B-62A8-177D-942CC3F99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B8E24-03E8-A38C-6C95-B3D0A647BA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B8C11-B330-2FB1-EB94-0C6B8E15B8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3F000A-8B58-05A8-6634-384892C09B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5D10C0-44E8-5E3A-D275-05592C33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ED4F2-8617-4728-B33C-C6373E577E9B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E29AD-6031-0FE4-37CE-4B1E07277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ADA966-B4FE-49E2-485C-24D67297F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E3372-CF31-4AA5-BAB2-F90E6FE92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852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2F590-3650-0417-4BF0-AB1FFAD71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6B5E39-1C62-C008-F0C0-9531252FB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ED4F2-8617-4728-B33C-C6373E577E9B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A39383-4604-4C6E-1443-BFB62C6A0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D883C2-A790-32EA-4943-403C4928B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E3372-CF31-4AA5-BAB2-F90E6FE92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368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16F24-6C19-DD73-A535-08E8D4FE7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ED4F2-8617-4728-B33C-C6373E577E9B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ED235B-0BE0-2895-640D-76B93B329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5D358-F21C-0641-AC36-0BE8FB2F1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E3372-CF31-4AA5-BAB2-F90E6FE92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502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71ECD-D0B0-9672-626F-CF3D69D24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5BDEB-383D-A3B1-1E85-FC7C8D567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50A899-DB6F-DA50-3F0B-B32FFBF3F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28163-D526-44E7-2CA2-719D204DD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ED4F2-8617-4728-B33C-C6373E577E9B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2FA0A-9DCA-C8C3-6EB2-6B84550A6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428F85-7910-E445-29EF-BC2B521FE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E3372-CF31-4AA5-BAB2-F90E6FE92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839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BA53B-0D17-0E9E-9F41-D51000BB3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07715F-A1B5-EE02-5D82-F78F8BB526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BD742C-611D-9FAC-CC6B-F34C9F29D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B37EDA-FB2A-1CAC-34BF-98A9690E0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ED4F2-8617-4728-B33C-C6373E577E9B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3A6AF-0562-F991-F904-42BE7AB97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91E4C9-FE89-C1C5-01EA-B2F10D7CA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E3372-CF31-4AA5-BAB2-F90E6FE92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720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FD3AE-F510-57A1-736E-E99EB4590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0B8D76-C9CC-08D5-4856-083B4B177F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28C62-778D-AB88-648F-7D3B94C01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ED4F2-8617-4728-B33C-C6373E577E9B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F5F8E-8B76-319C-BA94-9B4386D47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AFEEB-5936-F8E6-E399-546A85832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E3372-CF31-4AA5-BAB2-F90E6FE92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074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E58AE3-725F-AD6A-D42A-81A5371DA8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7A9A90-D33B-4B28-AF6E-E7C750379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A7A9E-3B44-0FAC-B996-BE5A25CB4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ED4F2-8617-4728-B33C-C6373E577E9B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D21AB-DAF9-DE99-E09C-9FECB932C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845F8-F5CF-7F78-F370-8E9737F99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E3372-CF31-4AA5-BAB2-F90E6FE92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8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1BA80E-385A-5D1A-4DE1-58BD44EA9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87C54A-BAC2-CB3F-708F-9F212FF16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7567A-52FC-FE4B-CD62-FDC4827DF0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ED4F2-8617-4728-B33C-C6373E577E9B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24FDE-8A6A-54E8-EE44-9BB82DAF12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AB572-0A91-8A1C-4070-82E09394CE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EE3372-CF31-4AA5-BAB2-F90E6FE92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13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hart, line chart&#10;&#10;Description automatically generated">
            <a:extLst>
              <a:ext uri="{FF2B5EF4-FFF2-40B4-BE49-F238E27FC236}">
                <a16:creationId xmlns:a16="http://schemas.microsoft.com/office/drawing/2014/main" id="{195B1856-9257-2F12-A777-70B1D21B8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7074" y="1104575"/>
            <a:ext cx="6277851" cy="464884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1F66415-81A7-EBBF-47B3-B5D07707FF36}"/>
              </a:ext>
            </a:extLst>
          </p:cNvPr>
          <p:cNvSpPr/>
          <p:nvPr/>
        </p:nvSpPr>
        <p:spPr>
          <a:xfrm>
            <a:off x="3650280" y="830402"/>
            <a:ext cx="5252179" cy="5757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A7446B-90FC-5FCB-DD8A-57046BF91388}"/>
              </a:ext>
            </a:extLst>
          </p:cNvPr>
          <p:cNvSpPr txBox="1"/>
          <p:nvPr/>
        </p:nvSpPr>
        <p:spPr>
          <a:xfrm>
            <a:off x="3474498" y="1005995"/>
            <a:ext cx="54279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Ratio of cost of end-to-end model to robust model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060287-491A-59E9-0307-DC55EBC1FEE1}"/>
              </a:ext>
            </a:extLst>
          </p:cNvPr>
          <p:cNvSpPr/>
          <p:nvPr/>
        </p:nvSpPr>
        <p:spPr>
          <a:xfrm>
            <a:off x="4518672" y="5465572"/>
            <a:ext cx="5252179" cy="5757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FA7FDA-637F-5E44-604D-4F307AF86DDF}"/>
              </a:ext>
            </a:extLst>
          </p:cNvPr>
          <p:cNvSpPr txBox="1"/>
          <p:nvPr/>
        </p:nvSpPr>
        <p:spPr>
          <a:xfrm>
            <a:off x="5735580" y="5497240"/>
            <a:ext cx="10815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Quantile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F0B036-1AF6-90E5-A261-2F3B943BF991}"/>
              </a:ext>
            </a:extLst>
          </p:cNvPr>
          <p:cNvSpPr/>
          <p:nvPr/>
        </p:nvSpPr>
        <p:spPr>
          <a:xfrm>
            <a:off x="3871104" y="1581698"/>
            <a:ext cx="647567" cy="957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CCC1EB7-42B4-9235-BFC7-3B0922A16B01}"/>
                  </a:ext>
                </a:extLst>
              </p:cNvPr>
              <p:cNvSpPr txBox="1"/>
              <p:nvPr/>
            </p:nvSpPr>
            <p:spPr>
              <a:xfrm>
                <a:off x="3794970" y="1437772"/>
                <a:ext cx="7998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CCC1EB7-42B4-9235-BFC7-3B0922A16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4970" y="1437772"/>
                <a:ext cx="799834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663F12D-7075-E974-7103-A979A4630C8F}"/>
                  </a:ext>
                </a:extLst>
              </p:cNvPr>
              <p:cNvSpPr txBox="1"/>
              <p:nvPr/>
            </p:nvSpPr>
            <p:spPr>
              <a:xfrm>
                <a:off x="3794970" y="1721018"/>
                <a:ext cx="7998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663F12D-7075-E974-7103-A979A4630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4970" y="1721018"/>
                <a:ext cx="799834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69D9715-FAC1-0987-BF86-299250357D31}"/>
                  </a:ext>
                </a:extLst>
              </p:cNvPr>
              <p:cNvSpPr txBox="1"/>
              <p:nvPr/>
            </p:nvSpPr>
            <p:spPr>
              <a:xfrm>
                <a:off x="3794970" y="1977647"/>
                <a:ext cx="7998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69D9715-FAC1-0987-BF86-299250357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4970" y="1977647"/>
                <a:ext cx="799834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B717F3D-ADD3-1606-A22E-AFEF253773DC}"/>
                  </a:ext>
                </a:extLst>
              </p:cNvPr>
              <p:cNvSpPr txBox="1"/>
              <p:nvPr/>
            </p:nvSpPr>
            <p:spPr>
              <a:xfrm>
                <a:off x="3794970" y="2258554"/>
                <a:ext cx="7998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B717F3D-ADD3-1606-A22E-AFEF25377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4970" y="2258554"/>
                <a:ext cx="799834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6216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histogram&#10;&#10;Description automatically generated">
            <a:extLst>
              <a:ext uri="{FF2B5EF4-FFF2-40B4-BE49-F238E27FC236}">
                <a16:creationId xmlns:a16="http://schemas.microsoft.com/office/drawing/2014/main" id="{3749BB47-8CF0-3278-C18D-0768938B2B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499" y="1338655"/>
            <a:ext cx="4979319" cy="3552736"/>
          </a:xfrm>
          <a:prstGeom prst="rect">
            <a:avLst/>
          </a:prstGeom>
        </p:spPr>
      </p:pic>
      <p:pic>
        <p:nvPicPr>
          <p:cNvPr id="5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7CE2A97F-0D8B-89DD-4724-ADFDFFEFCF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989" y="1338655"/>
            <a:ext cx="4979319" cy="3566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490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22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Rares Cristian</dc:creator>
  <cp:lastModifiedBy>Rares Cristian</cp:lastModifiedBy>
  <cp:revision>3</cp:revision>
  <dcterms:created xsi:type="dcterms:W3CDTF">2023-02-27T19:53:28Z</dcterms:created>
  <dcterms:modified xsi:type="dcterms:W3CDTF">2023-04-27T03:46:13Z</dcterms:modified>
</cp:coreProperties>
</file>